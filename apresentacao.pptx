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Helvetica Now Display Heavy" panose="020B0604020202020204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79553" y="-1346333"/>
            <a:ext cx="20169946" cy="10528786"/>
          </a:xfrm>
          <a:custGeom>
            <a:avLst/>
            <a:gdLst/>
            <a:ahLst/>
            <a:cxnLst/>
            <a:rect l="l" t="t" r="r" b="b"/>
            <a:pathLst>
              <a:path w="20169946" h="10528786">
                <a:moveTo>
                  <a:pt x="0" y="0"/>
                </a:moveTo>
                <a:lnTo>
                  <a:pt x="20169946" y="0"/>
                </a:lnTo>
                <a:lnTo>
                  <a:pt x="20169946" y="10528786"/>
                </a:lnTo>
                <a:lnTo>
                  <a:pt x="0" y="10528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4" t="-1876" b="-187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756783" y="7870757"/>
            <a:ext cx="19723102" cy="3293250"/>
            <a:chOff x="0" y="0"/>
            <a:chExt cx="5194562" cy="867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94562" cy="867358"/>
            </a:xfrm>
            <a:custGeom>
              <a:avLst/>
              <a:gdLst/>
              <a:ahLst/>
              <a:cxnLst/>
              <a:rect l="l" t="t" r="r" b="b"/>
              <a:pathLst>
                <a:path w="5194562" h="867358">
                  <a:moveTo>
                    <a:pt x="0" y="0"/>
                  </a:moveTo>
                  <a:lnTo>
                    <a:pt x="5194562" y="0"/>
                  </a:lnTo>
                  <a:lnTo>
                    <a:pt x="5194562" y="867358"/>
                  </a:lnTo>
                  <a:lnTo>
                    <a:pt x="0" y="867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94562" cy="905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28700" y="9344025"/>
            <a:ext cx="16152135" cy="0"/>
          </a:xfrm>
          <a:prstGeom prst="line">
            <a:avLst/>
          </a:prstGeom>
          <a:ln w="38100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28700" y="8067675"/>
            <a:ext cx="534454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3141C"/>
                </a:solidFill>
                <a:latin typeface="Roboto"/>
                <a:ea typeface="Roboto"/>
                <a:cs typeface="Roboto"/>
                <a:sym typeface="Roboto"/>
              </a:rPr>
              <a:t>Apresentado: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410575"/>
            <a:ext cx="534454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13141C"/>
                </a:solidFill>
                <a:latin typeface="Roboto Bold"/>
                <a:ea typeface="Roboto Bold"/>
                <a:cs typeface="Roboto Bold"/>
                <a:sym typeface="Roboto Bold"/>
              </a:rPr>
              <a:t>Priscila Freitas &amp; Gabriel Franco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77409" y="0"/>
            <a:ext cx="20042818" cy="10422265"/>
          </a:xfrm>
          <a:custGeom>
            <a:avLst/>
            <a:gdLst/>
            <a:ahLst/>
            <a:cxnLst/>
            <a:rect l="l" t="t" r="r" b="b"/>
            <a:pathLst>
              <a:path w="20042818" h="10422265">
                <a:moveTo>
                  <a:pt x="0" y="0"/>
                </a:moveTo>
                <a:lnTo>
                  <a:pt x="20042818" y="0"/>
                </a:lnTo>
                <a:lnTo>
                  <a:pt x="20042818" y="10422265"/>
                </a:lnTo>
                <a:lnTo>
                  <a:pt x="0" y="10422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46038" y="8717250"/>
            <a:ext cx="3647961" cy="123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2"/>
              </a:lnSpc>
            </a:pPr>
            <a:r>
              <a:rPr lang="en-US" sz="5227" b="1" spc="-365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BRUNO CAPELLETE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84063" y="8717250"/>
            <a:ext cx="3647961" cy="123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2"/>
              </a:lnSpc>
            </a:pPr>
            <a:r>
              <a:rPr lang="en-US" sz="5227" b="1" spc="-365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DIEGO CAPELLETE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1962" y="311005"/>
            <a:ext cx="18511925" cy="10164053"/>
          </a:xfrm>
          <a:custGeom>
            <a:avLst/>
            <a:gdLst/>
            <a:ahLst/>
            <a:cxnLst/>
            <a:rect l="l" t="t" r="r" b="b"/>
            <a:pathLst>
              <a:path w="18511925" h="10164053">
                <a:moveTo>
                  <a:pt x="0" y="0"/>
                </a:moveTo>
                <a:lnTo>
                  <a:pt x="18511924" y="0"/>
                </a:lnTo>
                <a:lnTo>
                  <a:pt x="18511924" y="10164053"/>
                </a:lnTo>
                <a:lnTo>
                  <a:pt x="0" y="10164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71807"/>
            <a:ext cx="18583554" cy="10458807"/>
          </a:xfrm>
          <a:custGeom>
            <a:avLst/>
            <a:gdLst/>
            <a:ahLst/>
            <a:cxnLst/>
            <a:rect l="l" t="t" r="r" b="b"/>
            <a:pathLst>
              <a:path w="18583554" h="10458807">
                <a:moveTo>
                  <a:pt x="0" y="0"/>
                </a:moveTo>
                <a:lnTo>
                  <a:pt x="18583554" y="0"/>
                </a:lnTo>
                <a:lnTo>
                  <a:pt x="18583554" y="10458807"/>
                </a:lnTo>
                <a:lnTo>
                  <a:pt x="0" y="10458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83141" cy="10289734"/>
          </a:xfrm>
          <a:custGeom>
            <a:avLst/>
            <a:gdLst/>
            <a:ahLst/>
            <a:cxnLst/>
            <a:rect l="l" t="t" r="r" b="b"/>
            <a:pathLst>
              <a:path w="18283141" h="10289734">
                <a:moveTo>
                  <a:pt x="0" y="0"/>
                </a:moveTo>
                <a:lnTo>
                  <a:pt x="18283141" y="0"/>
                </a:lnTo>
                <a:lnTo>
                  <a:pt x="18283141" y="10289734"/>
                </a:lnTo>
                <a:lnTo>
                  <a:pt x="0" y="1028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83141" cy="10289734"/>
          </a:xfrm>
          <a:custGeom>
            <a:avLst/>
            <a:gdLst/>
            <a:ahLst/>
            <a:cxnLst/>
            <a:rect l="l" t="t" r="r" b="b"/>
            <a:pathLst>
              <a:path w="18283141" h="10289734">
                <a:moveTo>
                  <a:pt x="0" y="0"/>
                </a:moveTo>
                <a:lnTo>
                  <a:pt x="18283141" y="0"/>
                </a:lnTo>
                <a:lnTo>
                  <a:pt x="18283141" y="10289734"/>
                </a:lnTo>
                <a:lnTo>
                  <a:pt x="0" y="1028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8691" y="-235939"/>
            <a:ext cx="19053316" cy="10717490"/>
          </a:xfrm>
          <a:custGeom>
            <a:avLst/>
            <a:gdLst/>
            <a:ahLst/>
            <a:cxnLst/>
            <a:rect l="l" t="t" r="r" b="b"/>
            <a:pathLst>
              <a:path w="19053316" h="10717490">
                <a:moveTo>
                  <a:pt x="0" y="0"/>
                </a:moveTo>
                <a:lnTo>
                  <a:pt x="19053316" y="0"/>
                </a:lnTo>
                <a:lnTo>
                  <a:pt x="19053316" y="10717491"/>
                </a:lnTo>
                <a:lnTo>
                  <a:pt x="0" y="10717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345" y="-291866"/>
            <a:ext cx="19062355" cy="10728275"/>
          </a:xfrm>
          <a:custGeom>
            <a:avLst/>
            <a:gdLst/>
            <a:ahLst/>
            <a:cxnLst/>
            <a:rect l="l" t="t" r="r" b="b"/>
            <a:pathLst>
              <a:path w="19062355" h="10728275">
                <a:moveTo>
                  <a:pt x="0" y="0"/>
                </a:moveTo>
                <a:lnTo>
                  <a:pt x="19062356" y="0"/>
                </a:lnTo>
                <a:lnTo>
                  <a:pt x="19062356" y="10728275"/>
                </a:lnTo>
                <a:lnTo>
                  <a:pt x="0" y="1072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98214" y="3287629"/>
            <a:ext cx="14731237" cy="5970671"/>
          </a:xfrm>
          <a:custGeom>
            <a:avLst/>
            <a:gdLst/>
            <a:ahLst/>
            <a:cxnLst/>
            <a:rect l="l" t="t" r="r" b="b"/>
            <a:pathLst>
              <a:path w="14731237" h="5970671">
                <a:moveTo>
                  <a:pt x="0" y="0"/>
                </a:moveTo>
                <a:lnTo>
                  <a:pt x="14731238" y="0"/>
                </a:lnTo>
                <a:lnTo>
                  <a:pt x="14731238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2522" b="-42522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4678" y="-109506"/>
            <a:ext cx="18482678" cy="10396506"/>
          </a:xfrm>
          <a:custGeom>
            <a:avLst/>
            <a:gdLst/>
            <a:ahLst/>
            <a:cxnLst/>
            <a:rect l="l" t="t" r="r" b="b"/>
            <a:pathLst>
              <a:path w="18482678" h="10396506">
                <a:moveTo>
                  <a:pt x="0" y="0"/>
                </a:moveTo>
                <a:lnTo>
                  <a:pt x="18482678" y="0"/>
                </a:lnTo>
                <a:lnTo>
                  <a:pt x="18482678" y="10396506"/>
                </a:lnTo>
                <a:lnTo>
                  <a:pt x="0" y="10396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87" y="-104758"/>
            <a:ext cx="18321830" cy="10311508"/>
          </a:xfrm>
          <a:custGeom>
            <a:avLst/>
            <a:gdLst/>
            <a:ahLst/>
            <a:cxnLst/>
            <a:rect l="l" t="t" r="r" b="b"/>
            <a:pathLst>
              <a:path w="18321830" h="10311508">
                <a:moveTo>
                  <a:pt x="0" y="0"/>
                </a:moveTo>
                <a:lnTo>
                  <a:pt x="18321830" y="0"/>
                </a:lnTo>
                <a:lnTo>
                  <a:pt x="18321830" y="10311508"/>
                </a:lnTo>
                <a:lnTo>
                  <a:pt x="0" y="10311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Custom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Roboto</vt:lpstr>
      <vt:lpstr>Calibri</vt:lpstr>
      <vt:lpstr>Helvetica Now Display Heavy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Apresentado:</dc:title>
  <cp:lastModifiedBy>PRISCILA DE FREITAS NUNES</cp:lastModifiedBy>
  <cp:revision>1</cp:revision>
  <dcterms:created xsi:type="dcterms:W3CDTF">2006-08-16T00:00:00Z</dcterms:created>
  <dcterms:modified xsi:type="dcterms:W3CDTF">2026-06-22T19:54:02Z</dcterms:modified>
  <dc:identifier>DAHLEp9Vmpk</dc:identifier>
</cp:coreProperties>
</file>